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276212-C8C1-4A98-9965-D74BAD4DFB8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90C60D0-06BA-4A69-B6E6-DDBAA061D071}">
      <dgm:prSet/>
      <dgm:spPr/>
      <dgm:t>
        <a:bodyPr/>
        <a:lstStyle/>
        <a:p>
          <a:pPr>
            <a:lnSpc>
              <a:spcPct val="100000"/>
            </a:lnSpc>
          </a:pPr>
          <a:r>
            <a:rPr lang="en-US"/>
            <a:t>Many years of experience in the marine field allows us to be well equipped when repairing on board as well as in our workshop, where we can rebuild and repair any machine related to the boat.</a:t>
          </a:r>
          <a:br>
            <a:rPr lang="en-US"/>
          </a:br>
          <a:r>
            <a:rPr lang="en-US"/>
            <a:t> </a:t>
          </a:r>
        </a:p>
      </dgm:t>
    </dgm:pt>
    <dgm:pt modelId="{106BA66B-E0CC-4ECD-80E7-7EFBC0F9A059}" type="parTrans" cxnId="{8B164BAA-0FB0-4FBC-B84F-D2C86A70BC9E}">
      <dgm:prSet/>
      <dgm:spPr/>
      <dgm:t>
        <a:bodyPr/>
        <a:lstStyle/>
        <a:p>
          <a:endParaRPr lang="en-US"/>
        </a:p>
      </dgm:t>
    </dgm:pt>
    <dgm:pt modelId="{AF12DAD7-08E4-4039-A725-70B795CDE70E}" type="sibTrans" cxnId="{8B164BAA-0FB0-4FBC-B84F-D2C86A70BC9E}">
      <dgm:prSet/>
      <dgm:spPr/>
      <dgm:t>
        <a:bodyPr/>
        <a:lstStyle/>
        <a:p>
          <a:endParaRPr lang="en-US"/>
        </a:p>
      </dgm:t>
    </dgm:pt>
    <dgm:pt modelId="{7E794555-1F26-4FED-A281-A6064E2E9F6F}">
      <dgm:prSet/>
      <dgm:spPr/>
      <dgm:t>
        <a:bodyPr/>
        <a:lstStyle/>
        <a:p>
          <a:pPr>
            <a:lnSpc>
              <a:spcPct val="100000"/>
            </a:lnSpc>
          </a:pPr>
          <a:r>
            <a:rPr lang="en-US" dirty="0"/>
            <a:t>We have a wide variety of stock spare parts, while our suppliers have the largest range of electrical materials from all the houses in the domestic and international market.</a:t>
          </a:r>
          <a:br>
            <a:rPr lang="en-US" dirty="0"/>
          </a:br>
          <a:r>
            <a:rPr lang="en-US" dirty="0"/>
            <a:t> </a:t>
          </a:r>
        </a:p>
      </dgm:t>
    </dgm:pt>
    <dgm:pt modelId="{5A70B700-527A-4FAE-9ACE-D07D6ADBF2BA}" type="parTrans" cxnId="{B5267587-98B7-4502-94C0-5282E1658BEF}">
      <dgm:prSet/>
      <dgm:spPr/>
      <dgm:t>
        <a:bodyPr/>
        <a:lstStyle/>
        <a:p>
          <a:endParaRPr lang="en-US"/>
        </a:p>
      </dgm:t>
    </dgm:pt>
    <dgm:pt modelId="{4499B1D4-84C8-45AD-947E-31A92A636916}" type="sibTrans" cxnId="{B5267587-98B7-4502-94C0-5282E1658BEF}">
      <dgm:prSet/>
      <dgm:spPr/>
      <dgm:t>
        <a:bodyPr/>
        <a:lstStyle/>
        <a:p>
          <a:endParaRPr lang="en-US"/>
        </a:p>
      </dgm:t>
    </dgm:pt>
    <dgm:pt modelId="{2313EBEA-DD79-4FE7-BBF0-66670F49AA98}">
      <dgm:prSet/>
      <dgm:spPr/>
      <dgm:t>
        <a:bodyPr/>
        <a:lstStyle/>
        <a:p>
          <a:pPr>
            <a:lnSpc>
              <a:spcPct val="100000"/>
            </a:lnSpc>
          </a:pPr>
          <a:r>
            <a:rPr lang="en-US"/>
            <a:t>Constantly monitoring all the new developments in the field as well as the new products on the market, our company can offer you modern, functional and quality services for any work related to the electrics of your professional boat or your pleasure boat.</a:t>
          </a:r>
        </a:p>
      </dgm:t>
    </dgm:pt>
    <dgm:pt modelId="{8EBC4CD8-3215-4CA4-8309-D8FF516992E0}" type="parTrans" cxnId="{D1D93959-5569-4271-BB51-DF8D4118055D}">
      <dgm:prSet/>
      <dgm:spPr/>
      <dgm:t>
        <a:bodyPr/>
        <a:lstStyle/>
        <a:p>
          <a:endParaRPr lang="en-US"/>
        </a:p>
      </dgm:t>
    </dgm:pt>
    <dgm:pt modelId="{2EEF9844-C0B6-43D0-991C-8752E6E4EA33}" type="sibTrans" cxnId="{D1D93959-5569-4271-BB51-DF8D4118055D}">
      <dgm:prSet/>
      <dgm:spPr/>
      <dgm:t>
        <a:bodyPr/>
        <a:lstStyle/>
        <a:p>
          <a:endParaRPr lang="en-US"/>
        </a:p>
      </dgm:t>
    </dgm:pt>
    <dgm:pt modelId="{7D30264F-1339-4634-AD46-4ECF403F1AD8}" type="pres">
      <dgm:prSet presAssocID="{56276212-C8C1-4A98-9965-D74BAD4DFB81}" presName="root" presStyleCnt="0">
        <dgm:presLayoutVars>
          <dgm:dir/>
          <dgm:resizeHandles val="exact"/>
        </dgm:presLayoutVars>
      </dgm:prSet>
      <dgm:spPr/>
    </dgm:pt>
    <dgm:pt modelId="{EBD65CDA-C2D1-4DC3-8012-5847A84B2E6B}" type="pres">
      <dgm:prSet presAssocID="{790C60D0-06BA-4A69-B6E6-DDBAA061D071}" presName="compNode" presStyleCnt="0"/>
      <dgm:spPr/>
    </dgm:pt>
    <dgm:pt modelId="{46B4C5F0-E06A-4456-8687-E6951BDF94F0}" type="pres">
      <dgm:prSet presAssocID="{790C60D0-06BA-4A69-B6E6-DDBAA061D071}" presName="bgRect" presStyleLbl="bgShp" presStyleIdx="0" presStyleCnt="3" custLinFactNeighborX="-1618" custLinFactNeighborY="22"/>
      <dgm:spPr/>
    </dgm:pt>
    <dgm:pt modelId="{40783E0B-5C36-401B-9A47-C1DFF1F7CDD2}" type="pres">
      <dgm:prSet presAssocID="{790C60D0-06BA-4A69-B6E6-DDBAA061D07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house scene"/>
        </a:ext>
      </dgm:extLst>
    </dgm:pt>
    <dgm:pt modelId="{279D813B-4F79-427B-9A31-2B87695D4A01}" type="pres">
      <dgm:prSet presAssocID="{790C60D0-06BA-4A69-B6E6-DDBAA061D071}" presName="spaceRect" presStyleCnt="0"/>
      <dgm:spPr/>
    </dgm:pt>
    <dgm:pt modelId="{BAFF3B0B-DAA7-4765-A871-862B0AD0F729}" type="pres">
      <dgm:prSet presAssocID="{790C60D0-06BA-4A69-B6E6-DDBAA061D071}" presName="parTx" presStyleLbl="revTx" presStyleIdx="0" presStyleCnt="3">
        <dgm:presLayoutVars>
          <dgm:chMax val="0"/>
          <dgm:chPref val="0"/>
        </dgm:presLayoutVars>
      </dgm:prSet>
      <dgm:spPr/>
    </dgm:pt>
    <dgm:pt modelId="{F48DDB80-A702-4052-BB00-DEC2893288C6}" type="pres">
      <dgm:prSet presAssocID="{AF12DAD7-08E4-4039-A725-70B795CDE70E}" presName="sibTrans" presStyleCnt="0"/>
      <dgm:spPr/>
    </dgm:pt>
    <dgm:pt modelId="{1BD489E3-80AF-42C9-B2C2-D72025688C27}" type="pres">
      <dgm:prSet presAssocID="{7E794555-1F26-4FED-A281-A6064E2E9F6F}" presName="compNode" presStyleCnt="0"/>
      <dgm:spPr/>
    </dgm:pt>
    <dgm:pt modelId="{737E25A5-2DBA-4005-9CBD-25001CA4280E}" type="pres">
      <dgm:prSet presAssocID="{7E794555-1F26-4FED-A281-A6064E2E9F6F}" presName="bgRect" presStyleLbl="bgShp" presStyleIdx="1" presStyleCnt="3" custLinFactNeighborX="-530" custLinFactNeighborY="-10440"/>
      <dgm:spPr/>
    </dgm:pt>
    <dgm:pt modelId="{374B31D1-F9B8-4981-A036-A089AF50FA69}" type="pres">
      <dgm:prSet presAssocID="{7E794555-1F26-4FED-A281-A6064E2E9F6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lectrician"/>
        </a:ext>
      </dgm:extLst>
    </dgm:pt>
    <dgm:pt modelId="{B7182B86-82C2-44BF-9176-C050E56E122B}" type="pres">
      <dgm:prSet presAssocID="{7E794555-1F26-4FED-A281-A6064E2E9F6F}" presName="spaceRect" presStyleCnt="0"/>
      <dgm:spPr/>
    </dgm:pt>
    <dgm:pt modelId="{102B51B7-9135-456F-A75C-8987784E9598}" type="pres">
      <dgm:prSet presAssocID="{7E794555-1F26-4FED-A281-A6064E2E9F6F}" presName="parTx" presStyleLbl="revTx" presStyleIdx="1" presStyleCnt="3">
        <dgm:presLayoutVars>
          <dgm:chMax val="0"/>
          <dgm:chPref val="0"/>
        </dgm:presLayoutVars>
      </dgm:prSet>
      <dgm:spPr/>
    </dgm:pt>
    <dgm:pt modelId="{8F8CA60E-9775-4252-907D-D88A800E9618}" type="pres">
      <dgm:prSet presAssocID="{4499B1D4-84C8-45AD-947E-31A92A636916}" presName="sibTrans" presStyleCnt="0"/>
      <dgm:spPr/>
    </dgm:pt>
    <dgm:pt modelId="{759DA284-87C2-412D-8C8A-9361B7DB0BCF}" type="pres">
      <dgm:prSet presAssocID="{2313EBEA-DD79-4FE7-BBF0-66670F49AA98}" presName="compNode" presStyleCnt="0"/>
      <dgm:spPr/>
    </dgm:pt>
    <dgm:pt modelId="{9066C3E0-39C4-4E68-B132-DB27F31FFFEE}" type="pres">
      <dgm:prSet presAssocID="{2313EBEA-DD79-4FE7-BBF0-66670F49AA98}" presName="bgRect" presStyleLbl="bgShp" presStyleIdx="2" presStyleCnt="3" custLinFactNeighborX="-530" custLinFactNeighborY="-14936"/>
      <dgm:spPr/>
    </dgm:pt>
    <dgm:pt modelId="{D47DAAFD-80A4-4D20-8CB2-389C0F6B8155}" type="pres">
      <dgm:prSet presAssocID="{2313EBEA-DD79-4FE7-BBF0-66670F49AA9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8400BF6E-C3E8-435B-BB8F-EB0164B94632}" type="pres">
      <dgm:prSet presAssocID="{2313EBEA-DD79-4FE7-BBF0-66670F49AA98}" presName="spaceRect" presStyleCnt="0"/>
      <dgm:spPr/>
    </dgm:pt>
    <dgm:pt modelId="{FB6F0F62-B51A-4C0C-9026-65D944305EAF}" type="pres">
      <dgm:prSet presAssocID="{2313EBEA-DD79-4FE7-BBF0-66670F49AA98}" presName="parTx" presStyleLbl="revTx" presStyleIdx="2" presStyleCnt="3">
        <dgm:presLayoutVars>
          <dgm:chMax val="0"/>
          <dgm:chPref val="0"/>
        </dgm:presLayoutVars>
      </dgm:prSet>
      <dgm:spPr/>
    </dgm:pt>
  </dgm:ptLst>
  <dgm:cxnLst>
    <dgm:cxn modelId="{CC81C528-61C2-4B68-9CB4-B4554F30AC24}" type="presOf" srcId="{2313EBEA-DD79-4FE7-BBF0-66670F49AA98}" destId="{FB6F0F62-B51A-4C0C-9026-65D944305EAF}" srcOrd="0" destOrd="0" presId="urn:microsoft.com/office/officeart/2018/2/layout/IconVerticalSolidList"/>
    <dgm:cxn modelId="{BFFAF575-E554-47B6-94E2-E3224FE2E215}" type="presOf" srcId="{56276212-C8C1-4A98-9965-D74BAD4DFB81}" destId="{7D30264F-1339-4634-AD46-4ECF403F1AD8}" srcOrd="0" destOrd="0" presId="urn:microsoft.com/office/officeart/2018/2/layout/IconVerticalSolidList"/>
    <dgm:cxn modelId="{D1D93959-5569-4271-BB51-DF8D4118055D}" srcId="{56276212-C8C1-4A98-9965-D74BAD4DFB81}" destId="{2313EBEA-DD79-4FE7-BBF0-66670F49AA98}" srcOrd="2" destOrd="0" parTransId="{8EBC4CD8-3215-4CA4-8309-D8FF516992E0}" sibTransId="{2EEF9844-C0B6-43D0-991C-8752E6E4EA33}"/>
    <dgm:cxn modelId="{B5267587-98B7-4502-94C0-5282E1658BEF}" srcId="{56276212-C8C1-4A98-9965-D74BAD4DFB81}" destId="{7E794555-1F26-4FED-A281-A6064E2E9F6F}" srcOrd="1" destOrd="0" parTransId="{5A70B700-527A-4FAE-9ACE-D07D6ADBF2BA}" sibTransId="{4499B1D4-84C8-45AD-947E-31A92A636916}"/>
    <dgm:cxn modelId="{072C7695-D649-46DA-B6D9-A1CF8ED57BEB}" type="presOf" srcId="{790C60D0-06BA-4A69-B6E6-DDBAA061D071}" destId="{BAFF3B0B-DAA7-4765-A871-862B0AD0F729}" srcOrd="0" destOrd="0" presId="urn:microsoft.com/office/officeart/2018/2/layout/IconVerticalSolidList"/>
    <dgm:cxn modelId="{8B164BAA-0FB0-4FBC-B84F-D2C86A70BC9E}" srcId="{56276212-C8C1-4A98-9965-D74BAD4DFB81}" destId="{790C60D0-06BA-4A69-B6E6-DDBAA061D071}" srcOrd="0" destOrd="0" parTransId="{106BA66B-E0CC-4ECD-80E7-7EFBC0F9A059}" sibTransId="{AF12DAD7-08E4-4039-A725-70B795CDE70E}"/>
    <dgm:cxn modelId="{7E89B9DA-D157-40F2-90FE-87F07A131B8F}" type="presOf" srcId="{7E794555-1F26-4FED-A281-A6064E2E9F6F}" destId="{102B51B7-9135-456F-A75C-8987784E9598}" srcOrd="0" destOrd="0" presId="urn:microsoft.com/office/officeart/2018/2/layout/IconVerticalSolidList"/>
    <dgm:cxn modelId="{53913D11-FB3D-47C1-89CD-CC30BAFF5844}" type="presParOf" srcId="{7D30264F-1339-4634-AD46-4ECF403F1AD8}" destId="{EBD65CDA-C2D1-4DC3-8012-5847A84B2E6B}" srcOrd="0" destOrd="0" presId="urn:microsoft.com/office/officeart/2018/2/layout/IconVerticalSolidList"/>
    <dgm:cxn modelId="{8113AB97-782C-470D-9273-E444DD8497A7}" type="presParOf" srcId="{EBD65CDA-C2D1-4DC3-8012-5847A84B2E6B}" destId="{46B4C5F0-E06A-4456-8687-E6951BDF94F0}" srcOrd="0" destOrd="0" presId="urn:microsoft.com/office/officeart/2018/2/layout/IconVerticalSolidList"/>
    <dgm:cxn modelId="{0F55D2A2-969B-4D8C-9860-6FD0FE06BAC0}" type="presParOf" srcId="{EBD65CDA-C2D1-4DC3-8012-5847A84B2E6B}" destId="{40783E0B-5C36-401B-9A47-C1DFF1F7CDD2}" srcOrd="1" destOrd="0" presId="urn:microsoft.com/office/officeart/2018/2/layout/IconVerticalSolidList"/>
    <dgm:cxn modelId="{BFBA4EFD-A741-428E-9C5D-FCB0C74628E3}" type="presParOf" srcId="{EBD65CDA-C2D1-4DC3-8012-5847A84B2E6B}" destId="{279D813B-4F79-427B-9A31-2B87695D4A01}" srcOrd="2" destOrd="0" presId="urn:microsoft.com/office/officeart/2018/2/layout/IconVerticalSolidList"/>
    <dgm:cxn modelId="{35F8D5D7-92C5-4A93-80E9-F75BDBB97659}" type="presParOf" srcId="{EBD65CDA-C2D1-4DC3-8012-5847A84B2E6B}" destId="{BAFF3B0B-DAA7-4765-A871-862B0AD0F729}" srcOrd="3" destOrd="0" presId="urn:microsoft.com/office/officeart/2018/2/layout/IconVerticalSolidList"/>
    <dgm:cxn modelId="{70EA6D6E-E878-4359-899B-F1036D7B6778}" type="presParOf" srcId="{7D30264F-1339-4634-AD46-4ECF403F1AD8}" destId="{F48DDB80-A702-4052-BB00-DEC2893288C6}" srcOrd="1" destOrd="0" presId="urn:microsoft.com/office/officeart/2018/2/layout/IconVerticalSolidList"/>
    <dgm:cxn modelId="{B03288A7-3EFB-42DA-B30E-E19D2287A225}" type="presParOf" srcId="{7D30264F-1339-4634-AD46-4ECF403F1AD8}" destId="{1BD489E3-80AF-42C9-B2C2-D72025688C27}" srcOrd="2" destOrd="0" presId="urn:microsoft.com/office/officeart/2018/2/layout/IconVerticalSolidList"/>
    <dgm:cxn modelId="{53DEB5A7-686D-4F0D-A66F-859987D17137}" type="presParOf" srcId="{1BD489E3-80AF-42C9-B2C2-D72025688C27}" destId="{737E25A5-2DBA-4005-9CBD-25001CA4280E}" srcOrd="0" destOrd="0" presId="urn:microsoft.com/office/officeart/2018/2/layout/IconVerticalSolidList"/>
    <dgm:cxn modelId="{D46E6C55-5109-4E43-BBF5-C29EAED09582}" type="presParOf" srcId="{1BD489E3-80AF-42C9-B2C2-D72025688C27}" destId="{374B31D1-F9B8-4981-A036-A089AF50FA69}" srcOrd="1" destOrd="0" presId="urn:microsoft.com/office/officeart/2018/2/layout/IconVerticalSolidList"/>
    <dgm:cxn modelId="{8F94E302-5A8B-4F3C-A232-AB863BE855D0}" type="presParOf" srcId="{1BD489E3-80AF-42C9-B2C2-D72025688C27}" destId="{B7182B86-82C2-44BF-9176-C050E56E122B}" srcOrd="2" destOrd="0" presId="urn:microsoft.com/office/officeart/2018/2/layout/IconVerticalSolidList"/>
    <dgm:cxn modelId="{5C6D5C76-6D0A-4E42-865C-9E34F000BD24}" type="presParOf" srcId="{1BD489E3-80AF-42C9-B2C2-D72025688C27}" destId="{102B51B7-9135-456F-A75C-8987784E9598}" srcOrd="3" destOrd="0" presId="urn:microsoft.com/office/officeart/2018/2/layout/IconVerticalSolidList"/>
    <dgm:cxn modelId="{9B715D9F-061B-412C-91CD-5C9AB498BADF}" type="presParOf" srcId="{7D30264F-1339-4634-AD46-4ECF403F1AD8}" destId="{8F8CA60E-9775-4252-907D-D88A800E9618}" srcOrd="3" destOrd="0" presId="urn:microsoft.com/office/officeart/2018/2/layout/IconVerticalSolidList"/>
    <dgm:cxn modelId="{400DF7AF-508F-48A1-AEB9-98FE053473DC}" type="presParOf" srcId="{7D30264F-1339-4634-AD46-4ECF403F1AD8}" destId="{759DA284-87C2-412D-8C8A-9361B7DB0BCF}" srcOrd="4" destOrd="0" presId="urn:microsoft.com/office/officeart/2018/2/layout/IconVerticalSolidList"/>
    <dgm:cxn modelId="{D86C07A4-CA67-401C-A382-13AAD2A0BEDF}" type="presParOf" srcId="{759DA284-87C2-412D-8C8A-9361B7DB0BCF}" destId="{9066C3E0-39C4-4E68-B132-DB27F31FFFEE}" srcOrd="0" destOrd="0" presId="urn:microsoft.com/office/officeart/2018/2/layout/IconVerticalSolidList"/>
    <dgm:cxn modelId="{D8EA3B5C-6AAC-423B-8554-5C5835B4C8FF}" type="presParOf" srcId="{759DA284-87C2-412D-8C8A-9361B7DB0BCF}" destId="{D47DAAFD-80A4-4D20-8CB2-389C0F6B8155}" srcOrd="1" destOrd="0" presId="urn:microsoft.com/office/officeart/2018/2/layout/IconVerticalSolidList"/>
    <dgm:cxn modelId="{298DA560-51C3-42EE-9CB9-D8EC6B3527B4}" type="presParOf" srcId="{759DA284-87C2-412D-8C8A-9361B7DB0BCF}" destId="{8400BF6E-C3E8-435B-BB8F-EB0164B94632}" srcOrd="2" destOrd="0" presId="urn:microsoft.com/office/officeart/2018/2/layout/IconVerticalSolidList"/>
    <dgm:cxn modelId="{B207A191-F933-4FAC-B5CF-5CFD52F9556F}" type="presParOf" srcId="{759DA284-87C2-412D-8C8A-9361B7DB0BCF}" destId="{FB6F0F62-B51A-4C0C-9026-65D944305EA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B4C5F0-E06A-4456-8687-E6951BDF94F0}">
      <dsp:nvSpPr>
        <dsp:cNvPr id="0" name=""/>
        <dsp:cNvSpPr/>
      </dsp:nvSpPr>
      <dsp:spPr>
        <a:xfrm>
          <a:off x="0" y="577"/>
          <a:ext cx="9138814" cy="891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783E0B-5C36-401B-9A47-C1DFF1F7CDD2}">
      <dsp:nvSpPr>
        <dsp:cNvPr id="0" name=""/>
        <dsp:cNvSpPr/>
      </dsp:nvSpPr>
      <dsp:spPr>
        <a:xfrm>
          <a:off x="269694" y="200980"/>
          <a:ext cx="490353" cy="4903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FF3B0B-DAA7-4765-A871-862B0AD0F729}">
      <dsp:nvSpPr>
        <dsp:cNvPr id="0" name=""/>
        <dsp:cNvSpPr/>
      </dsp:nvSpPr>
      <dsp:spPr>
        <a:xfrm>
          <a:off x="1029742" y="381"/>
          <a:ext cx="8109071" cy="891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356" tIns="94356" rIns="94356" bIns="94356" numCol="1" spcCol="1270" anchor="ctr" anchorCtr="0">
          <a:noAutofit/>
        </a:bodyPr>
        <a:lstStyle/>
        <a:p>
          <a:pPr marL="0" lvl="0" indent="0" algn="l" defTabSz="622300">
            <a:lnSpc>
              <a:spcPct val="100000"/>
            </a:lnSpc>
            <a:spcBef>
              <a:spcPct val="0"/>
            </a:spcBef>
            <a:spcAft>
              <a:spcPct val="35000"/>
            </a:spcAft>
            <a:buNone/>
          </a:pPr>
          <a:r>
            <a:rPr lang="en-US" sz="1400" kern="1200"/>
            <a:t>Many years of experience in the marine field allows us to be well equipped when repairing on board as well as in our workshop, where we can rebuild and repair any machine related to the boat.</a:t>
          </a:r>
          <a:br>
            <a:rPr lang="en-US" sz="1400" kern="1200"/>
          </a:br>
          <a:r>
            <a:rPr lang="en-US" sz="1400" kern="1200"/>
            <a:t> </a:t>
          </a:r>
        </a:p>
      </dsp:txBody>
      <dsp:txXfrm>
        <a:off x="1029742" y="381"/>
        <a:ext cx="8109071" cy="891552"/>
      </dsp:txXfrm>
    </dsp:sp>
    <dsp:sp modelId="{737E25A5-2DBA-4005-9CBD-25001CA4280E}">
      <dsp:nvSpPr>
        <dsp:cNvPr id="0" name=""/>
        <dsp:cNvSpPr/>
      </dsp:nvSpPr>
      <dsp:spPr>
        <a:xfrm>
          <a:off x="0" y="1021743"/>
          <a:ext cx="9138814" cy="891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4B31D1-F9B8-4981-A036-A089AF50FA69}">
      <dsp:nvSpPr>
        <dsp:cNvPr id="0" name=""/>
        <dsp:cNvSpPr/>
      </dsp:nvSpPr>
      <dsp:spPr>
        <a:xfrm>
          <a:off x="269694" y="1315420"/>
          <a:ext cx="490353" cy="4903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2B51B7-9135-456F-A75C-8987784E9598}">
      <dsp:nvSpPr>
        <dsp:cNvPr id="0" name=""/>
        <dsp:cNvSpPr/>
      </dsp:nvSpPr>
      <dsp:spPr>
        <a:xfrm>
          <a:off x="1029742" y="1114821"/>
          <a:ext cx="8109071" cy="891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356" tIns="94356" rIns="94356" bIns="94356" numCol="1" spcCol="1270" anchor="ctr" anchorCtr="0">
          <a:noAutofit/>
        </a:bodyPr>
        <a:lstStyle/>
        <a:p>
          <a:pPr marL="0" lvl="0" indent="0" algn="l" defTabSz="622300">
            <a:lnSpc>
              <a:spcPct val="100000"/>
            </a:lnSpc>
            <a:spcBef>
              <a:spcPct val="0"/>
            </a:spcBef>
            <a:spcAft>
              <a:spcPct val="35000"/>
            </a:spcAft>
            <a:buNone/>
          </a:pPr>
          <a:r>
            <a:rPr lang="en-US" sz="1400" kern="1200" dirty="0"/>
            <a:t>We have a wide variety of stock spare parts, while our suppliers have the largest range of electrical materials from all the houses in the domestic and international market.</a:t>
          </a:r>
          <a:br>
            <a:rPr lang="en-US" sz="1400" kern="1200" dirty="0"/>
          </a:br>
          <a:r>
            <a:rPr lang="en-US" sz="1400" kern="1200" dirty="0"/>
            <a:t> </a:t>
          </a:r>
        </a:p>
      </dsp:txBody>
      <dsp:txXfrm>
        <a:off x="1029742" y="1114821"/>
        <a:ext cx="8109071" cy="891552"/>
      </dsp:txXfrm>
    </dsp:sp>
    <dsp:sp modelId="{9066C3E0-39C4-4E68-B132-DB27F31FFFEE}">
      <dsp:nvSpPr>
        <dsp:cNvPr id="0" name=""/>
        <dsp:cNvSpPr/>
      </dsp:nvSpPr>
      <dsp:spPr>
        <a:xfrm>
          <a:off x="0" y="2096099"/>
          <a:ext cx="9138814" cy="891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7DAAFD-80A4-4D20-8CB2-389C0F6B8155}">
      <dsp:nvSpPr>
        <dsp:cNvPr id="0" name=""/>
        <dsp:cNvSpPr/>
      </dsp:nvSpPr>
      <dsp:spPr>
        <a:xfrm>
          <a:off x="269694" y="2429860"/>
          <a:ext cx="490353" cy="4903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6F0F62-B51A-4C0C-9026-65D944305EAF}">
      <dsp:nvSpPr>
        <dsp:cNvPr id="0" name=""/>
        <dsp:cNvSpPr/>
      </dsp:nvSpPr>
      <dsp:spPr>
        <a:xfrm>
          <a:off x="1029742" y="2229261"/>
          <a:ext cx="8109071" cy="891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356" tIns="94356" rIns="94356" bIns="94356" numCol="1" spcCol="1270" anchor="ctr" anchorCtr="0">
          <a:noAutofit/>
        </a:bodyPr>
        <a:lstStyle/>
        <a:p>
          <a:pPr marL="0" lvl="0" indent="0" algn="l" defTabSz="622300">
            <a:lnSpc>
              <a:spcPct val="100000"/>
            </a:lnSpc>
            <a:spcBef>
              <a:spcPct val="0"/>
            </a:spcBef>
            <a:spcAft>
              <a:spcPct val="35000"/>
            </a:spcAft>
            <a:buNone/>
          </a:pPr>
          <a:r>
            <a:rPr lang="en-US" sz="1400" kern="1200"/>
            <a:t>Constantly monitoring all the new developments in the field as well as the new products on the market, our company can offer you modern, functional and quality services for any work related to the electrics of your professional boat or your pleasure boat.</a:t>
          </a:r>
        </a:p>
      </dsp:txBody>
      <dsp:txXfrm>
        <a:off x="1029742" y="2229261"/>
        <a:ext cx="8109071" cy="8915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6BCE9-DB75-4ACE-2F2D-CE112EF677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843119-A267-37BB-0758-DCCC07B070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DD8C37-717B-26CA-DABD-EEC664301B70}"/>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E76DC4E5-BBD0-37AE-46A2-AB64AFA90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8443B-18DA-38F1-33CA-5CC1E8EEF57B}"/>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35157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1E77-2C43-6BC9-081B-5575EBBEEE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E12937-FF77-DAED-B441-963F474F43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5BC1B-D659-971E-EEFC-C6906DA57E60}"/>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DB0176AF-EE82-4B7E-4C3C-5F4C8FB9D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6B856F-2956-C289-C81B-2AFC1DE0520B}"/>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123208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902B-CDBA-DFB1-8E8A-2F4EF2089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FBF51C-64A9-1A07-CC0E-9882F2B09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87B4AD-2DA3-50E5-3324-C2A9944EC4C2}"/>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0FF9FFD1-A5E6-C696-12B9-49C393FED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64632-4791-B70A-B06E-6E28BD7D2C42}"/>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4158182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9DE6B-D828-63B9-37D0-18E82C1266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8F4FA1-E254-8D50-6EC1-3A4DA67A60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5269A4-C835-BF8D-D2A3-E44A979874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079505-3233-029E-BDB9-8C7ABF3DCBA5}"/>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6" name="Footer Placeholder 5">
            <a:extLst>
              <a:ext uri="{FF2B5EF4-FFF2-40B4-BE49-F238E27FC236}">
                <a16:creationId xmlns:a16="http://schemas.microsoft.com/office/drawing/2014/main" id="{D0117B3C-993E-D981-D6FA-FA0662A630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D9915B-FA98-94E7-F759-3374D34F8245}"/>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252628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AA82-25E3-99AA-9C9A-DA92115792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B54832-D7F9-819D-53AF-692143BCC2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83FD2-1495-4EBC-1157-B0A7A9D545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5136D6-A821-BA60-04CF-C5358359B3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9A456E-7B9E-7DD5-9D49-92E31EC112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8CB943-89EA-F54A-A551-EA7098C1F47E}"/>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8" name="Footer Placeholder 7">
            <a:extLst>
              <a:ext uri="{FF2B5EF4-FFF2-40B4-BE49-F238E27FC236}">
                <a16:creationId xmlns:a16="http://schemas.microsoft.com/office/drawing/2014/main" id="{D5A9D521-8D91-05FD-EF97-5DBD228ADA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96A021-8D09-EE28-0381-BD08BE9A93AE}"/>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3437412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A2E79-BEB5-CC6B-ED03-4CB1A7263F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2979D1-6F67-DC9F-2BB0-956EC9161E99}"/>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4" name="Footer Placeholder 3">
            <a:extLst>
              <a:ext uri="{FF2B5EF4-FFF2-40B4-BE49-F238E27FC236}">
                <a16:creationId xmlns:a16="http://schemas.microsoft.com/office/drawing/2014/main" id="{3A9E86C3-D797-589B-6893-92354CAD4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C6749A-FAA9-3479-D8BB-A89132116A0D}"/>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44050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58FF8B-B653-24EF-CD17-64CF73E4F448}"/>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3" name="Footer Placeholder 2">
            <a:extLst>
              <a:ext uri="{FF2B5EF4-FFF2-40B4-BE49-F238E27FC236}">
                <a16:creationId xmlns:a16="http://schemas.microsoft.com/office/drawing/2014/main" id="{2E320558-95CD-C38B-38B5-3658852413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C7677E-7141-9D09-2765-01F6D1F5FDEA}"/>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19485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A3E6-9317-9E42-EEC1-AAD5303CD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9E5674-6D5D-A35C-1034-85F02C3EE1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F29EC0-C98F-9F97-3193-989D48664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017847-0B97-7A8E-C605-F4826AB53AF2}"/>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6" name="Footer Placeholder 5">
            <a:extLst>
              <a:ext uri="{FF2B5EF4-FFF2-40B4-BE49-F238E27FC236}">
                <a16:creationId xmlns:a16="http://schemas.microsoft.com/office/drawing/2014/main" id="{3E40B59D-3FB8-B9C6-EC44-0A13D8E13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876A88-3968-6DE2-C3EC-5FAB6CB286F4}"/>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2226677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8D4B-AB6A-8388-CEE9-695A2D705F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5554AF-BCBD-4BF4-F6E3-9FED3FA829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9B8511-1E04-72FA-D53C-F2EC63F19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3AE3A1-D303-F61C-B901-EB37A21DF0B0}"/>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6" name="Footer Placeholder 5">
            <a:extLst>
              <a:ext uri="{FF2B5EF4-FFF2-40B4-BE49-F238E27FC236}">
                <a16:creationId xmlns:a16="http://schemas.microsoft.com/office/drawing/2014/main" id="{DB02ACE1-4C08-3692-8ACE-27BEE21289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3CD78-87D2-665C-38B1-B119264BA60E}"/>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2567715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9E13B-77AD-310B-29AA-38A91A2F7D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D206D-9832-121A-15E2-44D5867050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20EF28-ECA4-26D8-C23A-F41B0B1C6F22}"/>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5AE85F39-DACC-3998-6CCD-86D048AE1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F5AA-B41F-0ED1-55CA-F387AD54F773}"/>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696358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FA64D1-7B01-65A6-9AC1-A375E6728A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9CA4A7-9BBF-7D6B-098C-C3C9F88132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D1C34-00EA-ABD0-0454-134DC295B9B8}"/>
              </a:ext>
            </a:extLst>
          </p:cNvPr>
          <p:cNvSpPr>
            <a:spLocks noGrp="1"/>
          </p:cNvSpPr>
          <p:nvPr>
            <p:ph type="dt" sz="half" idx="10"/>
          </p:nvPr>
        </p:nvSpPr>
        <p:spPr/>
        <p:txBody>
          <a:body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3CB92466-96BB-A65E-C735-8ED671F9C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51891-584F-B9E1-19A7-4AF2330B9F70}"/>
              </a:ext>
            </a:extLst>
          </p:cNvPr>
          <p:cNvSpPr>
            <a:spLocks noGrp="1"/>
          </p:cNvSpPr>
          <p:nvPr>
            <p:ph type="sldNum" sz="quarter" idx="12"/>
          </p:nvPr>
        </p:nvSpPr>
        <p:spPr/>
        <p:txBody>
          <a:bodyPr/>
          <a:lstStyle/>
          <a:p>
            <a:fld id="{3EE50748-23DA-418D-889E-CDB6249E3E50}" type="slidenum">
              <a:rPr lang="en-US" smtClean="0"/>
              <a:t>‹#›</a:t>
            </a:fld>
            <a:endParaRPr lang="en-US"/>
          </a:p>
        </p:txBody>
      </p:sp>
    </p:spTree>
    <p:extLst>
      <p:ext uri="{BB962C8B-B14F-4D97-AF65-F5344CB8AC3E}">
        <p14:creationId xmlns:p14="http://schemas.microsoft.com/office/powerpoint/2010/main" val="55351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022D56-995B-9755-DC2D-129E289D9C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EA4D4C-FB43-2E01-736F-AEA16EA25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60652-6AC5-4412-91F8-73FE5DA1F0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AF17D9-2088-45D2-9DE5-763160066CA0}" type="datetimeFigureOut">
              <a:rPr lang="en-US" smtClean="0"/>
              <a:t>2/21/2025</a:t>
            </a:fld>
            <a:endParaRPr lang="en-US"/>
          </a:p>
        </p:txBody>
      </p:sp>
      <p:sp>
        <p:nvSpPr>
          <p:cNvPr id="5" name="Footer Placeholder 4">
            <a:extLst>
              <a:ext uri="{FF2B5EF4-FFF2-40B4-BE49-F238E27FC236}">
                <a16:creationId xmlns:a16="http://schemas.microsoft.com/office/drawing/2014/main" id="{C46DC64C-CF0C-4EF4-C695-B6B7FBAC5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444544-38C0-17C7-2B6F-15F4E5AC47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E50748-23DA-418D-889E-CDB6249E3E50}" type="slidenum">
              <a:rPr lang="en-US" smtClean="0"/>
              <a:t>‹#›</a:t>
            </a:fld>
            <a:endParaRPr lang="en-US"/>
          </a:p>
        </p:txBody>
      </p:sp>
    </p:spTree>
    <p:extLst>
      <p:ext uri="{BB962C8B-B14F-4D97-AF65-F5344CB8AC3E}">
        <p14:creationId xmlns:p14="http://schemas.microsoft.com/office/powerpoint/2010/main" val="1356628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dxmarine.gr/en/Ilektrologos-Skafon-Anapsyhis-Attiki-ABOUT-US" TargetMode="Externa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7440B2D-84AE-5701-7F81-B47B0555976D}"/>
              </a:ext>
            </a:extLst>
          </p:cNvPr>
          <p:cNvSpPr>
            <a:spLocks noGrp="1"/>
          </p:cNvSpPr>
          <p:nvPr>
            <p:ph type="subTitle" idx="1"/>
          </p:nvPr>
        </p:nvSpPr>
        <p:spPr>
          <a:xfrm>
            <a:off x="1524000" y="200470"/>
            <a:ext cx="9677400" cy="1774634"/>
          </a:xfrm>
        </p:spPr>
        <p:txBody>
          <a:bodyPr/>
          <a:lstStyle/>
          <a:p>
            <a:r>
              <a:rPr lang="en-US" dirty="0">
                <a:solidFill>
                  <a:schemeClr val="accent1">
                    <a:lumMod val="50000"/>
                  </a:schemeClr>
                </a:solidFill>
              </a:rPr>
              <a:t>EMS</a:t>
            </a:r>
          </a:p>
          <a:p>
            <a:r>
              <a:rPr lang="en-US" dirty="0">
                <a:solidFill>
                  <a:schemeClr val="accent1">
                    <a:lumMod val="50000"/>
                  </a:schemeClr>
                </a:solidFill>
              </a:rPr>
              <a:t>Electrical Marine Services</a:t>
            </a:r>
          </a:p>
          <a:p>
            <a:r>
              <a:rPr lang="en-US" sz="1200" dirty="0"/>
              <a:t>      </a:t>
            </a:r>
            <a:r>
              <a:rPr lang="en-US" sz="1200" dirty="0">
                <a:solidFill>
                  <a:schemeClr val="accent1">
                    <a:lumMod val="50000"/>
                  </a:schemeClr>
                </a:solidFill>
              </a:rPr>
              <a:t>+30 6987795043</a:t>
            </a:r>
          </a:p>
          <a:p>
            <a:r>
              <a:rPr lang="en-US" sz="1200" dirty="0"/>
              <a:t>                                          </a:t>
            </a:r>
            <a:r>
              <a:rPr lang="en-US" sz="1200" dirty="0" err="1">
                <a:solidFill>
                  <a:schemeClr val="accent1">
                    <a:lumMod val="50000"/>
                  </a:schemeClr>
                </a:solidFill>
              </a:rPr>
              <a:t>Kontokali</a:t>
            </a:r>
            <a:r>
              <a:rPr lang="en-US" sz="1200" dirty="0">
                <a:solidFill>
                  <a:schemeClr val="accent1">
                    <a:lumMod val="50000"/>
                  </a:schemeClr>
                </a:solidFill>
              </a:rPr>
              <a:t>, Marina Gouvia Kerkyra </a:t>
            </a:r>
          </a:p>
          <a:p>
            <a:r>
              <a:rPr lang="en-US" sz="1200" dirty="0"/>
              <a:t>                               </a:t>
            </a:r>
            <a:r>
              <a:rPr lang="en-US" sz="1200" dirty="0">
                <a:solidFill>
                  <a:srgbClr val="FF0000"/>
                </a:solidFill>
              </a:rPr>
              <a:t>ectricalservices@ems.com</a:t>
            </a:r>
          </a:p>
          <a:p>
            <a:endParaRPr lang="en-US" sz="1200" dirty="0"/>
          </a:p>
        </p:txBody>
      </p:sp>
      <p:pic>
        <p:nvPicPr>
          <p:cNvPr id="9" name="Picture 8">
            <a:extLst>
              <a:ext uri="{FF2B5EF4-FFF2-40B4-BE49-F238E27FC236}">
                <a16:creationId xmlns:a16="http://schemas.microsoft.com/office/drawing/2014/main" id="{97C6B97A-B7BA-D809-08BA-73647EF7D25B}"/>
              </a:ext>
            </a:extLst>
          </p:cNvPr>
          <p:cNvPicPr>
            <a:picLocks noChangeAspect="1"/>
          </p:cNvPicPr>
          <p:nvPr/>
        </p:nvPicPr>
        <p:blipFill>
          <a:blip r:embed="rId2"/>
          <a:stretch>
            <a:fillRect/>
          </a:stretch>
        </p:blipFill>
        <p:spPr>
          <a:xfrm>
            <a:off x="681228" y="3017063"/>
            <a:ext cx="10829544" cy="3814479"/>
          </a:xfrm>
          <a:prstGeom prst="rect">
            <a:avLst/>
          </a:prstGeom>
        </p:spPr>
      </p:pic>
      <p:pic>
        <p:nvPicPr>
          <p:cNvPr id="11" name="Picture 10">
            <a:extLst>
              <a:ext uri="{FF2B5EF4-FFF2-40B4-BE49-F238E27FC236}">
                <a16:creationId xmlns:a16="http://schemas.microsoft.com/office/drawing/2014/main" id="{8DD905AC-0389-C44C-5F39-CD8F96DD4228}"/>
              </a:ext>
            </a:extLst>
          </p:cNvPr>
          <p:cNvPicPr>
            <a:picLocks noChangeAspect="1"/>
          </p:cNvPicPr>
          <p:nvPr/>
        </p:nvPicPr>
        <p:blipFill>
          <a:blip r:embed="rId3"/>
          <a:stretch>
            <a:fillRect/>
          </a:stretch>
        </p:blipFill>
        <p:spPr>
          <a:xfrm>
            <a:off x="5627339" y="1108963"/>
            <a:ext cx="206533" cy="219858"/>
          </a:xfrm>
          <a:prstGeom prst="rect">
            <a:avLst/>
          </a:prstGeom>
        </p:spPr>
      </p:pic>
      <p:pic>
        <p:nvPicPr>
          <p:cNvPr id="13" name="Picture 12">
            <a:extLst>
              <a:ext uri="{FF2B5EF4-FFF2-40B4-BE49-F238E27FC236}">
                <a16:creationId xmlns:a16="http://schemas.microsoft.com/office/drawing/2014/main" id="{61C2A839-57D7-A5BD-5F6C-1FBF27FF8393}"/>
              </a:ext>
            </a:extLst>
          </p:cNvPr>
          <p:cNvPicPr>
            <a:picLocks noChangeAspect="1"/>
          </p:cNvPicPr>
          <p:nvPr/>
        </p:nvPicPr>
        <p:blipFill>
          <a:blip r:embed="rId4"/>
          <a:stretch>
            <a:fillRect/>
          </a:stretch>
        </p:blipFill>
        <p:spPr>
          <a:xfrm>
            <a:off x="5615512" y="1393432"/>
            <a:ext cx="228632" cy="209579"/>
          </a:xfrm>
          <a:prstGeom prst="rect">
            <a:avLst/>
          </a:prstGeom>
        </p:spPr>
      </p:pic>
      <p:pic>
        <p:nvPicPr>
          <p:cNvPr id="15" name="Picture 14">
            <a:extLst>
              <a:ext uri="{FF2B5EF4-FFF2-40B4-BE49-F238E27FC236}">
                <a16:creationId xmlns:a16="http://schemas.microsoft.com/office/drawing/2014/main" id="{994F8745-3091-6A3B-F1BE-701E3D14D881}"/>
              </a:ext>
            </a:extLst>
          </p:cNvPr>
          <p:cNvPicPr>
            <a:picLocks noChangeAspect="1"/>
          </p:cNvPicPr>
          <p:nvPr/>
        </p:nvPicPr>
        <p:blipFill>
          <a:blip r:embed="rId5"/>
          <a:stretch>
            <a:fillRect/>
          </a:stretch>
        </p:blipFill>
        <p:spPr>
          <a:xfrm>
            <a:off x="5615512" y="1704221"/>
            <a:ext cx="239521" cy="209580"/>
          </a:xfrm>
          <a:prstGeom prst="rect">
            <a:avLst/>
          </a:prstGeom>
        </p:spPr>
      </p:pic>
      <p:pic>
        <p:nvPicPr>
          <p:cNvPr id="17" name="Picture 16">
            <a:extLst>
              <a:ext uri="{FF2B5EF4-FFF2-40B4-BE49-F238E27FC236}">
                <a16:creationId xmlns:a16="http://schemas.microsoft.com/office/drawing/2014/main" id="{D41ADC6A-53E1-813D-034B-0C63FEE1376C}"/>
              </a:ext>
            </a:extLst>
          </p:cNvPr>
          <p:cNvPicPr>
            <a:picLocks noChangeAspect="1"/>
          </p:cNvPicPr>
          <p:nvPr/>
        </p:nvPicPr>
        <p:blipFill>
          <a:blip r:embed="rId6"/>
          <a:stretch>
            <a:fillRect/>
          </a:stretch>
        </p:blipFill>
        <p:spPr>
          <a:xfrm>
            <a:off x="2498201" y="2056406"/>
            <a:ext cx="6884701" cy="739567"/>
          </a:xfrm>
          <a:prstGeom prst="rect">
            <a:avLst/>
          </a:prstGeom>
        </p:spPr>
      </p:pic>
    </p:spTree>
    <p:extLst>
      <p:ext uri="{BB962C8B-B14F-4D97-AF65-F5344CB8AC3E}">
        <p14:creationId xmlns:p14="http://schemas.microsoft.com/office/powerpoint/2010/main" val="303278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46537-4690-88F8-3F6B-8EFC42CDF6B8}"/>
              </a:ext>
            </a:extLst>
          </p:cNvPr>
          <p:cNvPicPr>
            <a:picLocks noChangeAspect="1"/>
          </p:cNvPicPr>
          <p:nvPr/>
        </p:nvPicPr>
        <p:blipFill>
          <a:blip r:embed="rId2"/>
          <a:stretch>
            <a:fillRect/>
          </a:stretch>
        </p:blipFill>
        <p:spPr>
          <a:xfrm>
            <a:off x="5859896" y="5961709"/>
            <a:ext cx="706927" cy="471285"/>
          </a:xfrm>
          <a:prstGeom prst="rect">
            <a:avLst/>
          </a:prstGeom>
        </p:spPr>
      </p:pic>
      <p:sp>
        <p:nvSpPr>
          <p:cNvPr id="9" name="Content Placeholder 8">
            <a:extLst>
              <a:ext uri="{FF2B5EF4-FFF2-40B4-BE49-F238E27FC236}">
                <a16:creationId xmlns:a16="http://schemas.microsoft.com/office/drawing/2014/main" id="{7AD5EF91-6400-3202-CF16-1F47E76BB675}"/>
              </a:ext>
            </a:extLst>
          </p:cNvPr>
          <p:cNvSpPr>
            <a:spLocks noGrp="1"/>
          </p:cNvSpPr>
          <p:nvPr>
            <p:ph idx="1"/>
          </p:nvPr>
        </p:nvSpPr>
        <p:spPr>
          <a:xfrm>
            <a:off x="938864" y="4028523"/>
            <a:ext cx="10314272" cy="2404471"/>
          </a:xfrm>
        </p:spPr>
        <p:txBody>
          <a:bodyPr>
            <a:normAutofit/>
          </a:bodyPr>
          <a:lstStyle/>
          <a:p>
            <a:pPr marL="0" indent="0" algn="ctr">
              <a:buNone/>
            </a:pPr>
            <a:r>
              <a:rPr lang="en-US" sz="1800" dirty="0">
                <a:solidFill>
                  <a:srgbClr val="636363"/>
                </a:solidFill>
                <a:latin typeface="Arimo"/>
              </a:rPr>
              <a:t>EMS </a:t>
            </a:r>
          </a:p>
          <a:p>
            <a:pPr marL="0" indent="0" algn="ctr">
              <a:buNone/>
            </a:pPr>
            <a:r>
              <a:rPr lang="en-US" sz="1800" dirty="0">
                <a:solidFill>
                  <a:srgbClr val="636363"/>
                </a:solidFill>
                <a:latin typeface="Arimo"/>
              </a:rPr>
              <a:t>Electrical Marine Services Yacht </a:t>
            </a:r>
          </a:p>
          <a:p>
            <a:pPr marL="0" indent="0" algn="ctr">
              <a:buNone/>
            </a:pPr>
            <a:r>
              <a:rPr lang="en-US" sz="1000" dirty="0">
                <a:solidFill>
                  <a:srgbClr val="636363"/>
                </a:solidFill>
                <a:latin typeface="Arimo"/>
              </a:rPr>
              <a:t>For more than 15 years, our company, located in Corfu, has been active with electrical installations, in strong and weak currents, providing quality services and immediate service in Corfu and throughout </a:t>
            </a:r>
            <a:r>
              <a:rPr lang="en-US" sz="1000" b="0" i="0" dirty="0">
                <a:solidFill>
                  <a:srgbClr val="636363"/>
                </a:solidFill>
                <a:effectLst/>
                <a:latin typeface="Arimo"/>
              </a:rPr>
              <a:t>Greece upon consultation.</a:t>
            </a:r>
          </a:p>
          <a:p>
            <a:pPr marL="0" indent="0" algn="ctr">
              <a:buNone/>
            </a:pPr>
            <a:r>
              <a:rPr lang="en-US" sz="1000" b="0" i="0" dirty="0">
                <a:solidFill>
                  <a:srgbClr val="636363"/>
                </a:solidFill>
                <a:effectLst/>
                <a:latin typeface="Arimo"/>
              </a:rPr>
              <a:t>Specializing in pleasure boats, the pleasure boat electrician and his team undertake electrical installations on new professional and pleasure boats as well as the reconstruction of any type of boat with certification to all Greek and international classification societies.</a:t>
            </a:r>
            <a:endParaRPr lang="el-GR" sz="1000" b="0" i="0" dirty="0">
              <a:solidFill>
                <a:srgbClr val="636363"/>
              </a:solidFill>
              <a:effectLst/>
              <a:latin typeface="Arimo"/>
            </a:endParaRPr>
          </a:p>
          <a:p>
            <a:pPr marL="0" indent="0" algn="ctr">
              <a:buNone/>
            </a:pPr>
            <a:r>
              <a:rPr lang="en-US" sz="1000" dirty="0">
                <a:solidFill>
                  <a:srgbClr val="636363"/>
                </a:solidFill>
                <a:latin typeface="Arimo"/>
              </a:rPr>
              <a:t>Our goals all these years are on the one hand the offer of quality and integrated services as well as the continuous support of each customer.</a:t>
            </a:r>
          </a:p>
          <a:p>
            <a:pPr marL="0" indent="0" algn="ctr">
              <a:buNone/>
            </a:pPr>
            <a:endParaRPr lang="en-US" sz="1200" dirty="0"/>
          </a:p>
        </p:txBody>
      </p:sp>
      <p:pic>
        <p:nvPicPr>
          <p:cNvPr id="11" name="Picture 10">
            <a:extLst>
              <a:ext uri="{FF2B5EF4-FFF2-40B4-BE49-F238E27FC236}">
                <a16:creationId xmlns:a16="http://schemas.microsoft.com/office/drawing/2014/main" id="{6CB2CAD3-CC98-D84E-EA1C-F72D48C50F9F}"/>
              </a:ext>
            </a:extLst>
          </p:cNvPr>
          <p:cNvPicPr>
            <a:picLocks noChangeAspect="1"/>
          </p:cNvPicPr>
          <p:nvPr/>
        </p:nvPicPr>
        <p:blipFill>
          <a:blip r:embed="rId3"/>
          <a:stretch>
            <a:fillRect/>
          </a:stretch>
        </p:blipFill>
        <p:spPr>
          <a:xfrm>
            <a:off x="1464545" y="93078"/>
            <a:ext cx="9497630" cy="3024543"/>
          </a:xfrm>
          <a:prstGeom prst="rect">
            <a:avLst/>
          </a:prstGeom>
        </p:spPr>
      </p:pic>
    </p:spTree>
    <p:extLst>
      <p:ext uri="{BB962C8B-B14F-4D97-AF65-F5344CB8AC3E}">
        <p14:creationId xmlns:p14="http://schemas.microsoft.com/office/powerpoint/2010/main" val="98148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D5028F-2F3C-A094-9B98-A849AD79839C}"/>
              </a:ext>
            </a:extLst>
          </p:cNvPr>
          <p:cNvSpPr>
            <a:spLocks noGrp="1"/>
          </p:cNvSpPr>
          <p:nvPr>
            <p:ph type="title"/>
          </p:nvPr>
        </p:nvSpPr>
        <p:spPr>
          <a:xfrm>
            <a:off x="1371599" y="294538"/>
            <a:ext cx="9895951" cy="1033669"/>
          </a:xfrm>
        </p:spPr>
        <p:txBody>
          <a:bodyPr>
            <a:normAutofit/>
          </a:bodyPr>
          <a:lstStyle/>
          <a:p>
            <a:pPr>
              <a:spcBef>
                <a:spcPts val="1000"/>
              </a:spcBef>
            </a:pPr>
            <a:r>
              <a:rPr lang="en-US" sz="4000" dirty="0">
                <a:solidFill>
                  <a:srgbClr val="FFFFFF"/>
                </a:solidFill>
                <a:latin typeface="Arimo"/>
                <a:ea typeface="+mn-ea"/>
                <a:cs typeface="+mn-cs"/>
                <a:hlinkClick r:id="rId2" tooltip="ABOUT US">
                  <a:extLst>
                    <a:ext uri="{A12FA001-AC4F-418D-AE19-62706E023703}">
                      <ahyp:hlinkClr xmlns:ahyp="http://schemas.microsoft.com/office/drawing/2018/hyperlinkcolor" val="tx"/>
                    </a:ext>
                  </a:extLst>
                </a:hlinkClick>
              </a:rPr>
              <a:t>ABOUT US</a:t>
            </a:r>
            <a:endParaRPr lang="en-US" sz="4000" dirty="0">
              <a:solidFill>
                <a:srgbClr val="FFFFFF"/>
              </a:solidFill>
              <a:latin typeface="Arimo"/>
              <a:ea typeface="+mn-ea"/>
              <a:cs typeface="+mn-cs"/>
            </a:endParaRPr>
          </a:p>
        </p:txBody>
      </p:sp>
      <p:graphicFrame>
        <p:nvGraphicFramePr>
          <p:cNvPr id="28" name="Content Placeholder 2">
            <a:extLst>
              <a:ext uri="{FF2B5EF4-FFF2-40B4-BE49-F238E27FC236}">
                <a16:creationId xmlns:a16="http://schemas.microsoft.com/office/drawing/2014/main" id="{B2A9FEE0-2353-FBFB-38EC-A7042462639B}"/>
              </a:ext>
            </a:extLst>
          </p:cNvPr>
          <p:cNvGraphicFramePr>
            <a:graphicFrameLocks noGrp="1"/>
          </p:cNvGraphicFramePr>
          <p:nvPr>
            <p:ph idx="1"/>
            <p:extLst>
              <p:ext uri="{D42A27DB-BD31-4B8C-83A1-F6EECF244321}">
                <p14:modId xmlns:p14="http://schemas.microsoft.com/office/powerpoint/2010/main" val="2354168143"/>
              </p:ext>
            </p:extLst>
          </p:nvPr>
        </p:nvGraphicFramePr>
        <p:xfrm>
          <a:off x="48480" y="1713211"/>
          <a:ext cx="9138814" cy="3121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ontent Placeholder 2">
            <a:extLst>
              <a:ext uri="{FF2B5EF4-FFF2-40B4-BE49-F238E27FC236}">
                <a16:creationId xmlns:a16="http://schemas.microsoft.com/office/drawing/2014/main" id="{04517712-49CE-BF38-E33F-8996797E9413}"/>
              </a:ext>
            </a:extLst>
          </p:cNvPr>
          <p:cNvSpPr txBox="1">
            <a:spLocks/>
          </p:cNvSpPr>
          <p:nvPr/>
        </p:nvSpPr>
        <p:spPr>
          <a:xfrm>
            <a:off x="0" y="4764024"/>
            <a:ext cx="9062599" cy="2383452"/>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latin typeface="Arimo"/>
              </a:rPr>
              <a:t>Contact Us</a:t>
            </a:r>
          </a:p>
          <a:p>
            <a:pPr marL="0" indent="0">
              <a:buFont typeface="Arial" panose="020B0604020202020204" pitchFamily="34" charset="0"/>
              <a:buNone/>
            </a:pPr>
            <a:r>
              <a:rPr lang="en-US" sz="1100" b="0" i="0" dirty="0">
                <a:solidFill>
                  <a:srgbClr val="636363"/>
                </a:solidFill>
                <a:effectLst/>
                <a:latin typeface="Arimo"/>
              </a:rPr>
              <a:t>&amp; we will visit your vessel to discuss your needs and together find the ideal solutions. We serve </a:t>
            </a:r>
            <a:r>
              <a:rPr lang="el-GR" sz="1100" b="0" i="0" dirty="0">
                <a:solidFill>
                  <a:srgbClr val="636363"/>
                </a:solidFill>
                <a:effectLst/>
                <a:latin typeface="Arimo"/>
              </a:rPr>
              <a:t> </a:t>
            </a:r>
            <a:r>
              <a:rPr lang="en-US" sz="1100" b="0" i="0" dirty="0">
                <a:solidFill>
                  <a:srgbClr val="636363"/>
                </a:solidFill>
                <a:effectLst/>
                <a:latin typeface="Arimo"/>
              </a:rPr>
              <a:t>Corfu, Greece, Albania &amp; Croatia upon consultation.</a:t>
            </a:r>
            <a:endParaRPr lang="en-US" sz="1600" dirty="0">
              <a:latin typeface="Arimo"/>
            </a:endParaRPr>
          </a:p>
          <a:p>
            <a:pPr marL="0" indent="0">
              <a:buNone/>
            </a:pPr>
            <a:r>
              <a:rPr lang="en-US" sz="1600" dirty="0">
                <a:solidFill>
                  <a:schemeClr val="accent1">
                    <a:lumMod val="50000"/>
                  </a:schemeClr>
                </a:solidFill>
              </a:rPr>
              <a:t>            </a:t>
            </a:r>
            <a:r>
              <a:rPr lang="en-US" sz="1200" dirty="0">
                <a:solidFill>
                  <a:schemeClr val="accent1">
                    <a:lumMod val="50000"/>
                  </a:schemeClr>
                </a:solidFill>
              </a:rPr>
              <a:t>+30 6987795043</a:t>
            </a:r>
          </a:p>
          <a:p>
            <a:pPr marL="0" indent="0">
              <a:buFont typeface="Arial" panose="020B0604020202020204" pitchFamily="34" charset="0"/>
              <a:buNone/>
            </a:pPr>
            <a:r>
              <a:rPr lang="en-US" sz="1600" dirty="0">
                <a:solidFill>
                  <a:schemeClr val="accent1">
                    <a:lumMod val="50000"/>
                  </a:schemeClr>
                </a:solidFill>
              </a:rPr>
              <a:t>            </a:t>
            </a:r>
            <a:r>
              <a:rPr lang="en-US" sz="1200" dirty="0" err="1">
                <a:solidFill>
                  <a:schemeClr val="accent1">
                    <a:lumMod val="50000"/>
                  </a:schemeClr>
                </a:solidFill>
              </a:rPr>
              <a:t>Kontokali</a:t>
            </a:r>
            <a:r>
              <a:rPr lang="en-US" sz="1200" dirty="0">
                <a:solidFill>
                  <a:schemeClr val="accent1">
                    <a:lumMod val="50000"/>
                  </a:schemeClr>
                </a:solidFill>
              </a:rPr>
              <a:t>, Marina Gouvia Kerkyra</a:t>
            </a:r>
            <a:endParaRPr lang="en-US" sz="1200" dirty="0">
              <a:latin typeface="Arimo"/>
            </a:endParaRPr>
          </a:p>
          <a:p>
            <a:pPr marL="0" indent="0">
              <a:buNone/>
            </a:pPr>
            <a:r>
              <a:rPr lang="en-US" sz="1600" dirty="0">
                <a:solidFill>
                  <a:srgbClr val="FF0000"/>
                </a:solidFill>
              </a:rPr>
              <a:t>            </a:t>
            </a:r>
            <a:r>
              <a:rPr lang="en-US" sz="1200" dirty="0">
                <a:solidFill>
                  <a:srgbClr val="FF0000"/>
                </a:solidFill>
              </a:rPr>
              <a:t>ectricalservices@ems.com</a:t>
            </a:r>
          </a:p>
          <a:p>
            <a:pPr marL="0" indent="0">
              <a:buFont typeface="Arial" panose="020B0604020202020204" pitchFamily="34" charset="0"/>
              <a:buNone/>
            </a:pPr>
            <a:endParaRPr lang="en-US" sz="1600" dirty="0"/>
          </a:p>
        </p:txBody>
      </p:sp>
      <p:pic>
        <p:nvPicPr>
          <p:cNvPr id="7" name="Picture 6">
            <a:extLst>
              <a:ext uri="{FF2B5EF4-FFF2-40B4-BE49-F238E27FC236}">
                <a16:creationId xmlns:a16="http://schemas.microsoft.com/office/drawing/2014/main" id="{F7E9669A-266B-715C-4FCE-67942A1794A7}"/>
              </a:ext>
            </a:extLst>
          </p:cNvPr>
          <p:cNvPicPr>
            <a:picLocks noChangeAspect="1"/>
          </p:cNvPicPr>
          <p:nvPr/>
        </p:nvPicPr>
        <p:blipFill>
          <a:blip r:embed="rId8"/>
          <a:stretch>
            <a:fillRect/>
          </a:stretch>
        </p:blipFill>
        <p:spPr>
          <a:xfrm>
            <a:off x="237774" y="5780852"/>
            <a:ext cx="239521" cy="254974"/>
          </a:xfrm>
          <a:prstGeom prst="rect">
            <a:avLst/>
          </a:prstGeom>
        </p:spPr>
      </p:pic>
      <p:pic>
        <p:nvPicPr>
          <p:cNvPr id="9" name="Picture 8">
            <a:extLst>
              <a:ext uri="{FF2B5EF4-FFF2-40B4-BE49-F238E27FC236}">
                <a16:creationId xmlns:a16="http://schemas.microsoft.com/office/drawing/2014/main" id="{76296FC4-EC9C-5310-823D-797D24D092BD}"/>
              </a:ext>
            </a:extLst>
          </p:cNvPr>
          <p:cNvPicPr>
            <a:picLocks noChangeAspect="1"/>
          </p:cNvPicPr>
          <p:nvPr/>
        </p:nvPicPr>
        <p:blipFill>
          <a:blip r:embed="rId9"/>
          <a:stretch>
            <a:fillRect/>
          </a:stretch>
        </p:blipFill>
        <p:spPr>
          <a:xfrm>
            <a:off x="237774" y="6146720"/>
            <a:ext cx="228632" cy="209579"/>
          </a:xfrm>
          <a:prstGeom prst="rect">
            <a:avLst/>
          </a:prstGeom>
        </p:spPr>
      </p:pic>
      <p:pic>
        <p:nvPicPr>
          <p:cNvPr id="11" name="Picture 10">
            <a:extLst>
              <a:ext uri="{FF2B5EF4-FFF2-40B4-BE49-F238E27FC236}">
                <a16:creationId xmlns:a16="http://schemas.microsoft.com/office/drawing/2014/main" id="{7FA0A188-5B0D-8AD8-3639-03C12D5E4075}"/>
              </a:ext>
            </a:extLst>
          </p:cNvPr>
          <p:cNvPicPr>
            <a:picLocks noChangeAspect="1"/>
          </p:cNvPicPr>
          <p:nvPr/>
        </p:nvPicPr>
        <p:blipFill>
          <a:blip r:embed="rId10"/>
          <a:stretch>
            <a:fillRect/>
          </a:stretch>
        </p:blipFill>
        <p:spPr>
          <a:xfrm>
            <a:off x="219829" y="6482629"/>
            <a:ext cx="239521" cy="209580"/>
          </a:xfrm>
          <a:prstGeom prst="rect">
            <a:avLst/>
          </a:prstGeom>
        </p:spPr>
      </p:pic>
    </p:spTree>
    <p:extLst>
      <p:ext uri="{BB962C8B-B14F-4D97-AF65-F5344CB8AC3E}">
        <p14:creationId xmlns:p14="http://schemas.microsoft.com/office/powerpoint/2010/main" val="4271015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8B559-6D9B-31BA-5255-D520861087D7}"/>
              </a:ext>
            </a:extLst>
          </p:cNvPr>
          <p:cNvSpPr>
            <a:spLocks noGrp="1"/>
          </p:cNvSpPr>
          <p:nvPr>
            <p:ph type="title"/>
          </p:nvPr>
        </p:nvSpPr>
        <p:spPr>
          <a:xfrm>
            <a:off x="4012443" y="4928180"/>
            <a:ext cx="3521122" cy="1286354"/>
          </a:xfrm>
        </p:spPr>
        <p:txBody>
          <a:bodyPr>
            <a:normAutofit/>
          </a:bodyPr>
          <a:lstStyle/>
          <a:p>
            <a:pPr algn="r"/>
            <a:r>
              <a:rPr lang="en-US" sz="3800" u="sng"/>
              <a:t>Our Works</a:t>
            </a:r>
          </a:p>
        </p:txBody>
      </p:sp>
      <p:sp>
        <p:nvSpPr>
          <p:cNvPr id="29" name="Rectangle 28">
            <a:extLst>
              <a:ext uri="{FF2B5EF4-FFF2-40B4-BE49-F238E27FC236}">
                <a16:creationId xmlns:a16="http://schemas.microsoft.com/office/drawing/2014/main" id="{8DF8AE6E-38CD-4B2A-8E02-F099DD30E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126" y="629042"/>
            <a:ext cx="1217216" cy="8595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6EAE7A27-5651-F6BE-2D74-49F28A50976A}"/>
              </a:ext>
            </a:extLst>
          </p:cNvPr>
          <p:cNvPicPr>
            <a:picLocks noChangeAspect="1"/>
          </p:cNvPicPr>
          <p:nvPr/>
        </p:nvPicPr>
        <p:blipFill>
          <a:blip r:embed="rId2"/>
          <a:stretch>
            <a:fillRect/>
          </a:stretch>
        </p:blipFill>
        <p:spPr>
          <a:xfrm>
            <a:off x="2584378" y="78396"/>
            <a:ext cx="1929787" cy="1379799"/>
          </a:xfrm>
          <a:prstGeom prst="rect">
            <a:avLst/>
          </a:prstGeom>
        </p:spPr>
      </p:pic>
      <p:sp>
        <p:nvSpPr>
          <p:cNvPr id="31" name="Right Triangle 30">
            <a:extLst>
              <a:ext uri="{FF2B5EF4-FFF2-40B4-BE49-F238E27FC236}">
                <a16:creationId xmlns:a16="http://schemas.microsoft.com/office/drawing/2014/main" id="{23293907-0F26-4752-BCD0-3AC2C5026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43683" y="635538"/>
            <a:ext cx="680408" cy="84974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4CA07809-FD84-4293-BEDA-C920BB2A1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6352" y="8853"/>
            <a:ext cx="1576152" cy="14793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AD85A4E5-103C-BA2E-A286-14A0DDCC1AC7}"/>
              </a:ext>
            </a:extLst>
          </p:cNvPr>
          <p:cNvPicPr>
            <a:picLocks noChangeAspect="1"/>
          </p:cNvPicPr>
          <p:nvPr/>
        </p:nvPicPr>
        <p:blipFill>
          <a:blip r:embed="rId3"/>
          <a:stretch>
            <a:fillRect/>
          </a:stretch>
        </p:blipFill>
        <p:spPr>
          <a:xfrm>
            <a:off x="8136255" y="3656540"/>
            <a:ext cx="3031266" cy="2203370"/>
          </a:xfrm>
          <a:prstGeom prst="rect">
            <a:avLst/>
          </a:prstGeom>
        </p:spPr>
      </p:pic>
      <p:sp>
        <p:nvSpPr>
          <p:cNvPr id="35" name="Right Triangle 34">
            <a:extLst>
              <a:ext uri="{FF2B5EF4-FFF2-40B4-BE49-F238E27FC236}">
                <a16:creationId xmlns:a16="http://schemas.microsoft.com/office/drawing/2014/main" id="{A06D4B98-7FBD-4771-9C71-AE026D670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3630" y="-1"/>
            <a:ext cx="1092260" cy="147936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1E32D174-F8A9-4FF0-8888-1B4F5E184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070" y="621519"/>
            <a:ext cx="4032504" cy="220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769201C5-687E-46FB-BA72-23BA40BFE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107" y="2848090"/>
            <a:ext cx="2339075" cy="34160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339141A8-FDFD-4ABE-A499-72C9669F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14143" y="991883"/>
            <a:ext cx="1371600" cy="2356777"/>
          </a:xfrm>
          <a:custGeom>
            <a:avLst/>
            <a:gdLst>
              <a:gd name="connsiteX0" fmla="*/ 0 w 1371600"/>
              <a:gd name="connsiteY0" fmla="*/ 0 h 2356777"/>
              <a:gd name="connsiteX1" fmla="*/ 0 w 1371600"/>
              <a:gd name="connsiteY1" fmla="*/ 1216152 h 2356777"/>
              <a:gd name="connsiteX2" fmla="*/ 4495 w 1371600"/>
              <a:gd name="connsiteY2" fmla="*/ 1216152 h 2356777"/>
              <a:gd name="connsiteX3" fmla="*/ 4495 w 1371600"/>
              <a:gd name="connsiteY3" fmla="*/ 2356777 h 2356777"/>
              <a:gd name="connsiteX4" fmla="*/ 1367105 w 1371600"/>
              <a:gd name="connsiteY4" fmla="*/ 2356777 h 2356777"/>
              <a:gd name="connsiteX5" fmla="*/ 1367105 w 1371600"/>
              <a:gd name="connsiteY5" fmla="*/ 1216152 h 2356777"/>
              <a:gd name="connsiteX6" fmla="*/ 1371600 w 1371600"/>
              <a:gd name="connsiteY6" fmla="*/ 1216152 h 2356777"/>
              <a:gd name="connsiteX7" fmla="*/ 1367105 w 1371600"/>
              <a:gd name="connsiteY7" fmla="*/ 1212166 h 2356777"/>
              <a:gd name="connsiteX8" fmla="*/ 1367105 w 1371600"/>
              <a:gd name="connsiteY8" fmla="*/ 1210176 h 2356777"/>
              <a:gd name="connsiteX9" fmla="*/ 1364860 w 1371600"/>
              <a:gd name="connsiteY9" fmla="*/ 1210176 h 235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2356777">
                <a:moveTo>
                  <a:pt x="0" y="0"/>
                </a:moveTo>
                <a:lnTo>
                  <a:pt x="0" y="1216152"/>
                </a:lnTo>
                <a:lnTo>
                  <a:pt x="4495" y="1216152"/>
                </a:lnTo>
                <a:lnTo>
                  <a:pt x="4495" y="2356777"/>
                </a:lnTo>
                <a:lnTo>
                  <a:pt x="1367105" y="2356777"/>
                </a:lnTo>
                <a:lnTo>
                  <a:pt x="1367105" y="1216152"/>
                </a:lnTo>
                <a:lnTo>
                  <a:pt x="1371600" y="1216152"/>
                </a:lnTo>
                <a:lnTo>
                  <a:pt x="1367105" y="1212166"/>
                </a:lnTo>
                <a:lnTo>
                  <a:pt x="1367105" y="1210176"/>
                </a:lnTo>
                <a:lnTo>
                  <a:pt x="1364860" y="121017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8A439E11-755A-4258-859D-56A6B6AFC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78372" y="1485831"/>
            <a:ext cx="1990938" cy="1371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888BFB83-75E8-15B2-1630-ACAA10EFD2E1}"/>
              </a:ext>
            </a:extLst>
          </p:cNvPr>
          <p:cNvPicPr>
            <a:picLocks noChangeAspect="1"/>
          </p:cNvPicPr>
          <p:nvPr/>
        </p:nvPicPr>
        <p:blipFill>
          <a:blip r:embed="rId4"/>
          <a:stretch>
            <a:fillRect/>
          </a:stretch>
        </p:blipFill>
        <p:spPr>
          <a:xfrm>
            <a:off x="3028101" y="1524123"/>
            <a:ext cx="1823031" cy="1303274"/>
          </a:xfrm>
          <a:prstGeom prst="rect">
            <a:avLst/>
          </a:prstGeom>
        </p:spPr>
      </p:pic>
      <p:sp>
        <p:nvSpPr>
          <p:cNvPr id="45" name="Right Triangle 44">
            <a:extLst>
              <a:ext uri="{FF2B5EF4-FFF2-40B4-BE49-F238E27FC236}">
                <a16:creationId xmlns:a16="http://schemas.microsoft.com/office/drawing/2014/main" id="{E916EF49-F958-4F28-A999-F8FA8D09A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06828" y="2437565"/>
            <a:ext cx="325600" cy="406635"/>
          </a:xfrm>
          <a:prstGeom prst="rtTriangle">
            <a:avLst/>
          </a:prstGeom>
          <a:solidFill>
            <a:srgbClr val="2C8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Right Triangle 46">
            <a:extLst>
              <a:ext uri="{FF2B5EF4-FFF2-40B4-BE49-F238E27FC236}">
                <a16:creationId xmlns:a16="http://schemas.microsoft.com/office/drawing/2014/main" id="{A7665D74-DFEA-412C-928C-F090E6708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583914" y="3243055"/>
            <a:ext cx="1881096" cy="1092260"/>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3E84BD56-679D-4E0C-9C9B-D694ABF07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2567" y="2843319"/>
            <a:ext cx="3474720" cy="18836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ight Triangle 50">
            <a:extLst>
              <a:ext uri="{FF2B5EF4-FFF2-40B4-BE49-F238E27FC236}">
                <a16:creationId xmlns:a16="http://schemas.microsoft.com/office/drawing/2014/main" id="{2335FEDF-EF88-4E68-9CF7-5A72EF32A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0435" y="1488222"/>
            <a:ext cx="1092260"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reeform: Shape 52">
            <a:extLst>
              <a:ext uri="{FF2B5EF4-FFF2-40B4-BE49-F238E27FC236}">
                <a16:creationId xmlns:a16="http://schemas.microsoft.com/office/drawing/2014/main" id="{03DB71A4-74AA-406D-9553-61C0C6D23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1093" y="1481744"/>
            <a:ext cx="1557796" cy="1362456"/>
          </a:xfrm>
          <a:custGeom>
            <a:avLst/>
            <a:gdLst>
              <a:gd name="connsiteX0" fmla="*/ 0 w 1557796"/>
              <a:gd name="connsiteY0" fmla="*/ 0 h 1362456"/>
              <a:gd name="connsiteX1" fmla="*/ 1557796 w 1557796"/>
              <a:gd name="connsiteY1" fmla="*/ 0 h 1362456"/>
              <a:gd name="connsiteX2" fmla="*/ 1557796 w 1557796"/>
              <a:gd name="connsiteY2" fmla="*/ 1362456 h 1362456"/>
              <a:gd name="connsiteX3" fmla="*/ 1090945 w 1557796"/>
              <a:gd name="connsiteY3" fmla="*/ 1362456 h 1362456"/>
            </a:gdLst>
            <a:ahLst/>
            <a:cxnLst>
              <a:cxn ang="0">
                <a:pos x="connsiteX0" y="connsiteY0"/>
              </a:cxn>
              <a:cxn ang="0">
                <a:pos x="connsiteX1" y="connsiteY1"/>
              </a:cxn>
              <a:cxn ang="0">
                <a:pos x="connsiteX2" y="connsiteY2"/>
              </a:cxn>
              <a:cxn ang="0">
                <a:pos x="connsiteX3" y="connsiteY3"/>
              </a:cxn>
            </a:cxnLst>
            <a:rect l="l" t="t" r="r" b="b"/>
            <a:pathLst>
              <a:path w="1557796" h="1362456">
                <a:moveTo>
                  <a:pt x="0" y="0"/>
                </a:moveTo>
                <a:lnTo>
                  <a:pt x="1557796" y="0"/>
                </a:lnTo>
                <a:lnTo>
                  <a:pt x="1557796" y="1362456"/>
                </a:lnTo>
                <a:lnTo>
                  <a:pt x="1090945" y="136245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sp>
        <p:nvSpPr>
          <p:cNvPr id="55" name="Right Triangle 54">
            <a:extLst>
              <a:ext uri="{FF2B5EF4-FFF2-40B4-BE49-F238E27FC236}">
                <a16:creationId xmlns:a16="http://schemas.microsoft.com/office/drawing/2014/main" id="{DA9994C2-211B-4BF6-B6A0-D67471594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6352" y="1480102"/>
            <a:ext cx="1092260"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96C3143-82AE-414E-0893-F13EB7079A86}"/>
              </a:ext>
            </a:extLst>
          </p:cNvPr>
          <p:cNvPicPr>
            <a:picLocks noChangeAspect="1"/>
          </p:cNvPicPr>
          <p:nvPr/>
        </p:nvPicPr>
        <p:blipFill>
          <a:blip r:embed="rId5"/>
          <a:stretch>
            <a:fillRect/>
          </a:stretch>
        </p:blipFill>
        <p:spPr>
          <a:xfrm>
            <a:off x="786047" y="3791791"/>
            <a:ext cx="2032216" cy="1582069"/>
          </a:xfrm>
          <a:prstGeom prst="rect">
            <a:avLst/>
          </a:prstGeom>
        </p:spPr>
      </p:pic>
      <p:pic>
        <p:nvPicPr>
          <p:cNvPr id="11" name="Picture 10">
            <a:extLst>
              <a:ext uri="{FF2B5EF4-FFF2-40B4-BE49-F238E27FC236}">
                <a16:creationId xmlns:a16="http://schemas.microsoft.com/office/drawing/2014/main" id="{2D12EBFC-4D44-DB5D-9AB7-051B9A054647}"/>
              </a:ext>
            </a:extLst>
          </p:cNvPr>
          <p:cNvPicPr>
            <a:picLocks noChangeAspect="1"/>
          </p:cNvPicPr>
          <p:nvPr/>
        </p:nvPicPr>
        <p:blipFill>
          <a:blip r:embed="rId6"/>
          <a:stretch>
            <a:fillRect/>
          </a:stretch>
        </p:blipFill>
        <p:spPr>
          <a:xfrm>
            <a:off x="4661535" y="2979485"/>
            <a:ext cx="2361609" cy="1611332"/>
          </a:xfrm>
          <a:prstGeom prst="rect">
            <a:avLst/>
          </a:prstGeom>
        </p:spPr>
      </p:pic>
      <p:sp>
        <p:nvSpPr>
          <p:cNvPr id="57" name="Right Triangle 56">
            <a:extLst>
              <a:ext uri="{FF2B5EF4-FFF2-40B4-BE49-F238E27FC236}">
                <a16:creationId xmlns:a16="http://schemas.microsoft.com/office/drawing/2014/main" id="{837A7BE2-DF08-4ECE-A520-13927DBF4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82961" y="4947446"/>
            <a:ext cx="1495517" cy="1117075"/>
          </a:xfrm>
          <a:prstGeom prst="r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Content Placeholder 25">
            <a:extLst>
              <a:ext uri="{FF2B5EF4-FFF2-40B4-BE49-F238E27FC236}">
                <a16:creationId xmlns:a16="http://schemas.microsoft.com/office/drawing/2014/main" id="{17FDBDC3-86C5-470C-5B49-55F4CDB11845}"/>
              </a:ext>
            </a:extLst>
          </p:cNvPr>
          <p:cNvSpPr>
            <a:spLocks noGrp="1"/>
          </p:cNvSpPr>
          <p:nvPr>
            <p:ph idx="1"/>
          </p:nvPr>
        </p:nvSpPr>
        <p:spPr>
          <a:xfrm>
            <a:off x="7855297" y="3153048"/>
            <a:ext cx="3706577" cy="3061485"/>
          </a:xfrm>
        </p:spPr>
        <p:txBody>
          <a:bodyPr anchor="ctr">
            <a:normAutofit/>
          </a:bodyPr>
          <a:lstStyle/>
          <a:p>
            <a:endParaRPr lang="en-US" sz="1800" dirty="0"/>
          </a:p>
        </p:txBody>
      </p:sp>
      <p:pic>
        <p:nvPicPr>
          <p:cNvPr id="24" name="Picture 23">
            <a:extLst>
              <a:ext uri="{FF2B5EF4-FFF2-40B4-BE49-F238E27FC236}">
                <a16:creationId xmlns:a16="http://schemas.microsoft.com/office/drawing/2014/main" id="{16D346A7-8664-6CC6-63E0-B10970ED470F}"/>
              </a:ext>
            </a:extLst>
          </p:cNvPr>
          <p:cNvPicPr>
            <a:picLocks noChangeAspect="1"/>
          </p:cNvPicPr>
          <p:nvPr/>
        </p:nvPicPr>
        <p:blipFill>
          <a:blip r:embed="rId7"/>
          <a:stretch>
            <a:fillRect/>
          </a:stretch>
        </p:blipFill>
        <p:spPr>
          <a:xfrm>
            <a:off x="7602932" y="701826"/>
            <a:ext cx="1958739" cy="1281032"/>
          </a:xfrm>
          <a:prstGeom prst="rect">
            <a:avLst/>
          </a:prstGeom>
        </p:spPr>
      </p:pic>
      <p:pic>
        <p:nvPicPr>
          <p:cNvPr id="30" name="Picture 29">
            <a:extLst>
              <a:ext uri="{FF2B5EF4-FFF2-40B4-BE49-F238E27FC236}">
                <a16:creationId xmlns:a16="http://schemas.microsoft.com/office/drawing/2014/main" id="{B87D62A5-8CA4-5B27-40A8-88D101A945C9}"/>
              </a:ext>
            </a:extLst>
          </p:cNvPr>
          <p:cNvPicPr>
            <a:picLocks noChangeAspect="1"/>
          </p:cNvPicPr>
          <p:nvPr/>
        </p:nvPicPr>
        <p:blipFill>
          <a:blip r:embed="rId8"/>
          <a:stretch>
            <a:fillRect/>
          </a:stretch>
        </p:blipFill>
        <p:spPr>
          <a:xfrm>
            <a:off x="4724640" y="0"/>
            <a:ext cx="2030701" cy="1459838"/>
          </a:xfrm>
          <a:prstGeom prst="rect">
            <a:avLst/>
          </a:prstGeom>
        </p:spPr>
      </p:pic>
      <p:pic>
        <p:nvPicPr>
          <p:cNvPr id="34" name="Picture 33">
            <a:extLst>
              <a:ext uri="{FF2B5EF4-FFF2-40B4-BE49-F238E27FC236}">
                <a16:creationId xmlns:a16="http://schemas.microsoft.com/office/drawing/2014/main" id="{7AAD5264-E7C7-C751-A75D-6F2A8E03DBD0}"/>
              </a:ext>
            </a:extLst>
          </p:cNvPr>
          <p:cNvPicPr>
            <a:picLocks noChangeAspect="1"/>
          </p:cNvPicPr>
          <p:nvPr/>
        </p:nvPicPr>
        <p:blipFill>
          <a:blip r:embed="rId9"/>
          <a:stretch>
            <a:fillRect/>
          </a:stretch>
        </p:blipFill>
        <p:spPr>
          <a:xfrm>
            <a:off x="220541" y="101530"/>
            <a:ext cx="2075005" cy="1312504"/>
          </a:xfrm>
          <a:prstGeom prst="rect">
            <a:avLst/>
          </a:prstGeom>
        </p:spPr>
      </p:pic>
      <p:pic>
        <p:nvPicPr>
          <p:cNvPr id="38" name="Picture 37">
            <a:extLst>
              <a:ext uri="{FF2B5EF4-FFF2-40B4-BE49-F238E27FC236}">
                <a16:creationId xmlns:a16="http://schemas.microsoft.com/office/drawing/2014/main" id="{40291B3F-FE4C-6062-0882-072D2E867DCF}"/>
              </a:ext>
            </a:extLst>
          </p:cNvPr>
          <p:cNvPicPr>
            <a:picLocks noChangeAspect="1"/>
          </p:cNvPicPr>
          <p:nvPr/>
        </p:nvPicPr>
        <p:blipFill>
          <a:blip r:embed="rId10"/>
          <a:stretch>
            <a:fillRect/>
          </a:stretch>
        </p:blipFill>
        <p:spPr>
          <a:xfrm>
            <a:off x="9560322" y="1541499"/>
            <a:ext cx="1957985" cy="1292772"/>
          </a:xfrm>
          <a:prstGeom prst="rect">
            <a:avLst/>
          </a:prstGeom>
        </p:spPr>
      </p:pic>
    </p:spTree>
    <p:extLst>
      <p:ext uri="{BB962C8B-B14F-4D97-AF65-F5344CB8AC3E}">
        <p14:creationId xmlns:p14="http://schemas.microsoft.com/office/powerpoint/2010/main" val="297850958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holding mouse">
            <a:extLst>
              <a:ext uri="{FF2B5EF4-FFF2-40B4-BE49-F238E27FC236}">
                <a16:creationId xmlns:a16="http://schemas.microsoft.com/office/drawing/2014/main" id="{D255C820-BED0-3A3C-B504-F361C0F820AF}"/>
              </a:ext>
            </a:extLst>
          </p:cNvPr>
          <p:cNvPicPr>
            <a:picLocks noChangeAspect="1"/>
          </p:cNvPicPr>
          <p:nvPr/>
        </p:nvPicPr>
        <p:blipFill>
          <a:blip r:embed="rId2"/>
          <a:srcRect t="15730"/>
          <a:stretch/>
        </p:blipFill>
        <p:spPr>
          <a:xfrm>
            <a:off x="-1"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FEB628-5FDB-6790-13EB-8B44B7E8504D}"/>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solidFill>
                  <a:schemeClr val="bg1"/>
                </a:solidFill>
              </a:rPr>
              <a:t>Contact Us</a:t>
            </a: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3962AF7-D724-74E4-DFE3-1C330131D56B}"/>
              </a:ext>
            </a:extLst>
          </p:cNvPr>
          <p:cNvPicPr>
            <a:picLocks noChangeAspect="1"/>
          </p:cNvPicPr>
          <p:nvPr/>
        </p:nvPicPr>
        <p:blipFill>
          <a:blip r:embed="rId3"/>
          <a:stretch>
            <a:fillRect/>
          </a:stretch>
        </p:blipFill>
        <p:spPr>
          <a:xfrm>
            <a:off x="165032" y="5790452"/>
            <a:ext cx="239521" cy="254974"/>
          </a:xfrm>
          <a:prstGeom prst="rect">
            <a:avLst/>
          </a:prstGeom>
        </p:spPr>
      </p:pic>
      <p:pic>
        <p:nvPicPr>
          <p:cNvPr id="7" name="Picture 6">
            <a:extLst>
              <a:ext uri="{FF2B5EF4-FFF2-40B4-BE49-F238E27FC236}">
                <a16:creationId xmlns:a16="http://schemas.microsoft.com/office/drawing/2014/main" id="{4D343E72-1BC6-85E7-2E06-706895EEEEA0}"/>
              </a:ext>
            </a:extLst>
          </p:cNvPr>
          <p:cNvPicPr>
            <a:picLocks noChangeAspect="1"/>
          </p:cNvPicPr>
          <p:nvPr/>
        </p:nvPicPr>
        <p:blipFill>
          <a:blip r:embed="rId4"/>
          <a:stretch>
            <a:fillRect/>
          </a:stretch>
        </p:blipFill>
        <p:spPr>
          <a:xfrm>
            <a:off x="2406103" y="5835847"/>
            <a:ext cx="228632" cy="209579"/>
          </a:xfrm>
          <a:prstGeom prst="rect">
            <a:avLst/>
          </a:prstGeom>
        </p:spPr>
      </p:pic>
      <p:pic>
        <p:nvPicPr>
          <p:cNvPr id="8" name="Picture 7">
            <a:extLst>
              <a:ext uri="{FF2B5EF4-FFF2-40B4-BE49-F238E27FC236}">
                <a16:creationId xmlns:a16="http://schemas.microsoft.com/office/drawing/2014/main" id="{A5B7822D-B271-4F0A-5FE9-6BA53A3D93D6}"/>
              </a:ext>
            </a:extLst>
          </p:cNvPr>
          <p:cNvPicPr>
            <a:picLocks noChangeAspect="1"/>
          </p:cNvPicPr>
          <p:nvPr/>
        </p:nvPicPr>
        <p:blipFill>
          <a:blip r:embed="rId5"/>
          <a:stretch>
            <a:fillRect/>
          </a:stretch>
        </p:blipFill>
        <p:spPr>
          <a:xfrm>
            <a:off x="6532277" y="5835847"/>
            <a:ext cx="239521" cy="209580"/>
          </a:xfrm>
          <a:prstGeom prst="rect">
            <a:avLst/>
          </a:prstGeom>
        </p:spPr>
      </p:pic>
      <p:sp>
        <p:nvSpPr>
          <p:cNvPr id="14" name="TextBox 13">
            <a:extLst>
              <a:ext uri="{FF2B5EF4-FFF2-40B4-BE49-F238E27FC236}">
                <a16:creationId xmlns:a16="http://schemas.microsoft.com/office/drawing/2014/main" id="{7F7DE248-5423-BFAF-D084-9C81BB10CB1E}"/>
              </a:ext>
            </a:extLst>
          </p:cNvPr>
          <p:cNvSpPr txBox="1"/>
          <p:nvPr/>
        </p:nvSpPr>
        <p:spPr>
          <a:xfrm>
            <a:off x="2788641" y="5733273"/>
            <a:ext cx="3743636" cy="369332"/>
          </a:xfrm>
          <a:prstGeom prst="rect">
            <a:avLst/>
          </a:prstGeom>
          <a:noFill/>
        </p:spPr>
        <p:txBody>
          <a:bodyPr wrap="square">
            <a:spAutoFit/>
          </a:bodyPr>
          <a:lstStyle/>
          <a:p>
            <a:pPr marL="0" indent="0">
              <a:buFont typeface="Arial" panose="020B0604020202020204" pitchFamily="34" charset="0"/>
              <a:buNone/>
            </a:pPr>
            <a:r>
              <a:rPr lang="en-US" sz="1800" dirty="0" err="1">
                <a:solidFill>
                  <a:schemeClr val="bg1"/>
                </a:solidFill>
              </a:rPr>
              <a:t>Kontokali</a:t>
            </a:r>
            <a:r>
              <a:rPr lang="en-US" sz="1800" dirty="0">
                <a:solidFill>
                  <a:schemeClr val="bg1"/>
                </a:solidFill>
              </a:rPr>
              <a:t>, Marina Gouvia Kerkyra</a:t>
            </a:r>
            <a:endParaRPr lang="en-US" sz="1800" dirty="0">
              <a:solidFill>
                <a:schemeClr val="bg1"/>
              </a:solidFill>
              <a:latin typeface="Arimo"/>
            </a:endParaRPr>
          </a:p>
        </p:txBody>
      </p:sp>
      <p:sp>
        <p:nvSpPr>
          <p:cNvPr id="16" name="TextBox 15">
            <a:extLst>
              <a:ext uri="{FF2B5EF4-FFF2-40B4-BE49-F238E27FC236}">
                <a16:creationId xmlns:a16="http://schemas.microsoft.com/office/drawing/2014/main" id="{E86BF3E8-0C30-760E-C6D7-0A10E1F68BAC}"/>
              </a:ext>
            </a:extLst>
          </p:cNvPr>
          <p:cNvSpPr txBox="1"/>
          <p:nvPr/>
        </p:nvSpPr>
        <p:spPr>
          <a:xfrm>
            <a:off x="558459" y="5748215"/>
            <a:ext cx="2068830" cy="369332"/>
          </a:xfrm>
          <a:prstGeom prst="rect">
            <a:avLst/>
          </a:prstGeom>
          <a:noFill/>
        </p:spPr>
        <p:txBody>
          <a:bodyPr wrap="square">
            <a:spAutoFit/>
          </a:bodyPr>
          <a:lstStyle/>
          <a:p>
            <a:pPr marL="0" indent="0">
              <a:buNone/>
            </a:pPr>
            <a:r>
              <a:rPr lang="en-US" sz="1800" dirty="0">
                <a:solidFill>
                  <a:schemeClr val="bg1"/>
                </a:solidFill>
              </a:rPr>
              <a:t>+30 6987795043</a:t>
            </a:r>
          </a:p>
        </p:txBody>
      </p:sp>
      <p:sp>
        <p:nvSpPr>
          <p:cNvPr id="18" name="TextBox 17">
            <a:extLst>
              <a:ext uri="{FF2B5EF4-FFF2-40B4-BE49-F238E27FC236}">
                <a16:creationId xmlns:a16="http://schemas.microsoft.com/office/drawing/2014/main" id="{946A5266-DA58-1EC1-E345-3BCBB2E553FB}"/>
              </a:ext>
            </a:extLst>
          </p:cNvPr>
          <p:cNvSpPr txBox="1"/>
          <p:nvPr/>
        </p:nvSpPr>
        <p:spPr>
          <a:xfrm>
            <a:off x="6771798" y="5733273"/>
            <a:ext cx="3257550" cy="369332"/>
          </a:xfrm>
          <a:prstGeom prst="rect">
            <a:avLst/>
          </a:prstGeom>
          <a:noFill/>
        </p:spPr>
        <p:txBody>
          <a:bodyPr wrap="square">
            <a:spAutoFit/>
          </a:bodyPr>
          <a:lstStyle/>
          <a:p>
            <a:pPr marL="0" indent="0">
              <a:buNone/>
            </a:pPr>
            <a:r>
              <a:rPr lang="en-US" sz="1800" dirty="0">
                <a:solidFill>
                  <a:srgbClr val="FF0000"/>
                </a:solidFill>
              </a:rPr>
              <a:t>ectricalservices@ems.com</a:t>
            </a:r>
          </a:p>
        </p:txBody>
      </p:sp>
      <p:pic>
        <p:nvPicPr>
          <p:cNvPr id="6" name="Picture 5">
            <a:extLst>
              <a:ext uri="{FF2B5EF4-FFF2-40B4-BE49-F238E27FC236}">
                <a16:creationId xmlns:a16="http://schemas.microsoft.com/office/drawing/2014/main" id="{C7BA366F-F620-8D0F-60EE-EC8DDD1F7244}"/>
              </a:ext>
            </a:extLst>
          </p:cNvPr>
          <p:cNvPicPr>
            <a:picLocks noChangeAspect="1"/>
          </p:cNvPicPr>
          <p:nvPr/>
        </p:nvPicPr>
        <p:blipFill>
          <a:blip r:embed="rId6"/>
          <a:stretch>
            <a:fillRect/>
          </a:stretch>
        </p:blipFill>
        <p:spPr>
          <a:xfrm>
            <a:off x="3770789" y="0"/>
            <a:ext cx="2640727" cy="2571234"/>
          </a:xfrm>
          <a:prstGeom prst="rect">
            <a:avLst/>
          </a:prstGeom>
        </p:spPr>
      </p:pic>
    </p:spTree>
    <p:extLst>
      <p:ext uri="{BB962C8B-B14F-4D97-AF65-F5344CB8AC3E}">
        <p14:creationId xmlns:p14="http://schemas.microsoft.com/office/powerpoint/2010/main" val="3250820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318</Words>
  <Application>Microsoft Office PowerPoint</Application>
  <PresentationFormat>Widescreen</PresentationFormat>
  <Paragraphs>24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Arimo</vt:lpstr>
      <vt:lpstr>Calibri</vt:lpstr>
      <vt:lpstr>Office Theme</vt:lpstr>
      <vt:lpstr>PowerPoint Presentation</vt:lpstr>
      <vt:lpstr>PowerPoint Presentation</vt:lpstr>
      <vt:lpstr>ABOUT US</vt:lpstr>
      <vt:lpstr>Our Works</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Mavromara</dc:creator>
  <cp:lastModifiedBy>Anna Mavromara</cp:lastModifiedBy>
  <cp:revision>27</cp:revision>
  <dcterms:created xsi:type="dcterms:W3CDTF">2025-02-21T08:04:05Z</dcterms:created>
  <dcterms:modified xsi:type="dcterms:W3CDTF">2025-02-21T11:28:19Z</dcterms:modified>
</cp:coreProperties>
</file>